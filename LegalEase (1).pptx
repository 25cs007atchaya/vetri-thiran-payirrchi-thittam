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  <p:embeddedFont>
      <p:font typeface="Funnel Sans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6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5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3.png"/><Relationship Id="rId3" Type="http://schemas.openxmlformats.org/officeDocument/2006/relationships/image" Target="../media/image-4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14400"/>
            <a:ext cx="6476838" cy="4191000"/>
          </a:xfrm>
          <a:prstGeom prst="roundRect">
            <a:avLst>
              <a:gd name="adj" fmla="val 773"/>
            </a:avLst>
          </a:prstGeom>
          <a:solidFill>
            <a:srgbClr val="071A35"/>
          </a:solidFill>
          <a:ln/>
        </p:spPr>
      </p:sp>
      <p:sp>
        <p:nvSpPr>
          <p:cNvPr id="3" name="Text 1"/>
          <p:cNvSpPr/>
          <p:nvPr/>
        </p:nvSpPr>
        <p:spPr>
          <a:xfrm>
            <a:off x="1168371" y="1346200"/>
            <a:ext cx="6121247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GENERATIVE AI + WEB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68371" y="1884859"/>
            <a:ext cx="5511662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LegalEase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1168371" y="3196134"/>
            <a:ext cx="551166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AI-powered legal document generation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68371" y="4361954"/>
            <a:ext cx="612124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Employment contracts · Lease agreements · NDAs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371" y="4857849"/>
            <a:ext cx="6121247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87884"/>
            <a:ext cx="1112492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Traditional preparation repeats the same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3387" y="1432719"/>
            <a:ext cx="1390615" cy="38100"/>
          </a:xfrm>
          <a:prstGeom prst="roundRect">
            <a:avLst>
              <a:gd name="adj" fmla="val 49999"/>
            </a:avLst>
          </a:prstGeom>
          <a:solidFill>
            <a:srgbClr val="BC3F87"/>
          </a:solidFill>
          <a:ln/>
        </p:spPr>
      </p:sp>
      <p:sp>
        <p:nvSpPr>
          <p:cNvPr id="5" name="Shape 3"/>
          <p:cNvSpPr/>
          <p:nvPr/>
        </p:nvSpPr>
        <p:spPr>
          <a:xfrm>
            <a:off x="533387" y="1702594"/>
            <a:ext cx="377816" cy="377825"/>
          </a:xfrm>
          <a:prstGeom prst="ellipse">
            <a:avLst/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658" y="1799729"/>
            <a:ext cx="8027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3387" y="2166144"/>
            <a:ext cx="347971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387" y="2628999"/>
            <a:ext cx="347971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Collect and organize parties, dates, and key terms.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70288" y="1702594"/>
            <a:ext cx="377816" cy="377825"/>
          </a:xfrm>
          <a:prstGeom prst="ellipse">
            <a:avLst/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559" y="1799729"/>
            <a:ext cx="8027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70288" y="2166144"/>
            <a:ext cx="3251119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Draft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70288" y="2628999"/>
            <a:ext cx="325111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Turn structured information into coherent legal language.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78595" y="1702594"/>
            <a:ext cx="377816" cy="377825"/>
          </a:xfrm>
          <a:prstGeom prst="ellipse">
            <a:avLst/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0867" y="1799729"/>
            <a:ext cx="8027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8595" y="2166144"/>
            <a:ext cx="347971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Format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78595" y="2628999"/>
            <a:ext cx="347971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 a readable document with consistent layout.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3387" y="3690640"/>
            <a:ext cx="377816" cy="377825"/>
          </a:xfrm>
          <a:prstGeom prst="ellipse">
            <a:avLst/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658" y="3787775"/>
            <a:ext cx="8027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3387" y="4154190"/>
            <a:ext cx="347971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Edit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3387" y="4617045"/>
            <a:ext cx="347971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wording, correct details, and repeat revisions.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70288" y="3690640"/>
            <a:ext cx="377816" cy="377825"/>
          </a:xfrm>
          <a:prstGeom prst="ellipse">
            <a:avLst/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559" y="3787775"/>
            <a:ext cx="802759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70288" y="4154190"/>
            <a:ext cx="7188020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Export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70288" y="4617045"/>
            <a:ext cx="71880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Produce the final file in the format the user needs.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33387" y="5584230"/>
            <a:ext cx="11124922" cy="841970"/>
          </a:xfrm>
          <a:prstGeom prst="roundRect">
            <a:avLst>
              <a:gd name="adj" fmla="val 10769"/>
            </a:avLst>
          </a:prstGeom>
          <a:solidFill>
            <a:srgbClr val="F2D9E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281" y="5854105"/>
            <a:ext cx="1130271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effort is distributed across the entire path—not only the first draft.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235344" y="1702594"/>
            <a:ext cx="12700" cy="17594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943651" y="1702594"/>
            <a:ext cx="12700" cy="17594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387" y="3455690"/>
            <a:ext cx="3708307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35344" y="3462040"/>
            <a:ext cx="12700" cy="17594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41694" y="3455690"/>
            <a:ext cx="7416614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55600"/>
            <a:ext cx="683242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88" y="611684"/>
            <a:ext cx="6349841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LegalEase connects input, intelligence, and 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2588" y="1777504"/>
            <a:ext cx="634984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provide the document type and terms. LegalEase routes that information through a Streamlit interface, a FastAPI backend, and the Gemini API before returning an editable document.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2588" y="2976364"/>
            <a:ext cx="3984625" cy="340122"/>
          </a:xfrm>
          <a:prstGeom prst="roundRect">
            <a:avLst>
              <a:gd name="adj" fmla="val 21328"/>
            </a:avLst>
          </a:prstGeom>
          <a:noFill/>
          <a:ln w="6350">
            <a:solidFill>
              <a:srgbClr val="6D5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065" y="3041055"/>
            <a:ext cx="433525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6D5CC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GUIDED PATH FROM PROMPT TO FILE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2588" y="3510161"/>
            <a:ext cx="3098722" cy="1470720"/>
          </a:xfrm>
          <a:prstGeom prst="roundRect">
            <a:avLst>
              <a:gd name="adj" fmla="val 6165"/>
            </a:avLst>
          </a:prstGeom>
          <a:solidFill>
            <a:srgbClr val="EFE7D8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611761"/>
            <a:ext cx="297172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585" y="3867845"/>
            <a:ext cx="284472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4274840"/>
            <a:ext cx="284472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Parties, dates, and key conditions.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33707" y="3510161"/>
            <a:ext cx="3098722" cy="1470720"/>
          </a:xfrm>
          <a:prstGeom prst="roundRect">
            <a:avLst>
              <a:gd name="adj" fmla="val 6165"/>
            </a:avLst>
          </a:prstGeom>
          <a:solidFill>
            <a:srgbClr val="EFE7D8"/>
          </a:solidFill>
          <a:ln/>
        </p:spPr>
      </p:sp>
      <p:sp>
        <p:nvSpPr>
          <p:cNvPr id="12" name="Text 10"/>
          <p:cNvSpPr/>
          <p:nvPr/>
        </p:nvSpPr>
        <p:spPr>
          <a:xfrm>
            <a:off x="3860703" y="3611761"/>
            <a:ext cx="297172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60703" y="3867845"/>
            <a:ext cx="284472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60703" y="4274840"/>
            <a:ext cx="284472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Streamlit → FastAPI → Gemini AI/API.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2588" y="5133280"/>
            <a:ext cx="3098722" cy="1470720"/>
          </a:xfrm>
          <a:prstGeom prst="roundRect">
            <a:avLst>
              <a:gd name="adj" fmla="val 6165"/>
            </a:avLst>
          </a:prstGeom>
          <a:solidFill>
            <a:srgbClr val="EFE7D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5" y="5234880"/>
            <a:ext cx="297172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585" y="5490964"/>
            <a:ext cx="284472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Document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585" y="5897959"/>
            <a:ext cx="29717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Preview, edit, and download.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733707" y="5133280"/>
            <a:ext cx="3098722" cy="1470720"/>
          </a:xfrm>
          <a:prstGeom prst="roundRect">
            <a:avLst>
              <a:gd name="adj" fmla="val 6165"/>
            </a:avLst>
          </a:prstGeom>
          <a:solidFill>
            <a:srgbClr val="EFE7D8"/>
          </a:solidFill>
          <a:ln/>
        </p:spPr>
      </p:sp>
      <p:sp>
        <p:nvSpPr>
          <p:cNvPr id="20" name="Text 18"/>
          <p:cNvSpPr/>
          <p:nvPr/>
        </p:nvSpPr>
        <p:spPr>
          <a:xfrm>
            <a:off x="3860703" y="5234880"/>
            <a:ext cx="297172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FORMATS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60703" y="5490964"/>
            <a:ext cx="284472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TXT · DOCX · PDF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60703" y="5897959"/>
            <a:ext cx="284472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Choose the file type that fits the next step.</a:t>
            </a:r>
            <a:endParaRPr lang="en-US" sz="17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03 · KEY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87884"/>
            <a:ext cx="11124922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Practical benefits across the document journey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3387" y="1378744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LegalEase focuses on a simpler creation experience—from first input to usable output.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3387" y="1874639"/>
            <a:ext cx="3555911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103239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2769989"/>
            <a:ext cx="3098722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Faster creation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1981" y="3232845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Move from terms to a first draft with less repeated work.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94090" y="1874639"/>
            <a:ext cx="3403515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684" y="2103239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2684" y="2769989"/>
            <a:ext cx="2946326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Easy editing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622684" y="3232845"/>
            <a:ext cx="29463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and refine generated content before download.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02397" y="1874639"/>
            <a:ext cx="3555911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992" y="2103239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0992" y="2769989"/>
            <a:ext cx="3098722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Multiple types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330992" y="3232845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Employment Contract, Lease Agreement, and NDA.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33387" y="4370685"/>
            <a:ext cx="3555911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599285"/>
            <a:ext cx="539736" cy="539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1981" y="5266035"/>
            <a:ext cx="3098722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Multiple formats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61981" y="5728891"/>
            <a:ext cx="332731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Export as TXT, DOCX, or PDF.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94090" y="4370685"/>
            <a:ext cx="3403515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684" y="4599285"/>
            <a:ext cx="539736" cy="539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22684" y="5266035"/>
            <a:ext cx="2946326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Simple interface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622684" y="5728891"/>
            <a:ext cx="29463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focused web application keeps the flow approachable.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102397" y="4370685"/>
            <a:ext cx="3555911" cy="2191246"/>
          </a:xfrm>
          <a:prstGeom prst="roundRect">
            <a:avLst>
              <a:gd name="adj" fmla="val 4138"/>
            </a:avLst>
          </a:prstGeom>
          <a:solidFill>
            <a:srgbClr val="EFE7D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992" y="4599285"/>
            <a:ext cx="539736" cy="5397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30992" y="5266035"/>
            <a:ext cx="3098722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AI-powered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8330992" y="5728891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Gemini AI/API supports the generation step.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81000"/>
            <a:ext cx="11709107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04 · HOW LEGALEASE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88" y="637084"/>
            <a:ext cx="1122651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Seven steps from terms to a downloadable document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2588" y="1264444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2588" y="1566664"/>
            <a:ext cx="3589645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6" name="Text 4"/>
          <p:cNvSpPr/>
          <p:nvPr/>
        </p:nvSpPr>
        <p:spPr>
          <a:xfrm>
            <a:off x="482588" y="1715195"/>
            <a:ext cx="35897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Select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2588" y="2178050"/>
            <a:ext cx="35897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Choose Employment Contract, Lease Agreement, or NDA.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77124" y="1264444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77124" y="1566664"/>
            <a:ext cx="3437248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10" name="Text 8"/>
          <p:cNvSpPr/>
          <p:nvPr/>
        </p:nvSpPr>
        <p:spPr>
          <a:xfrm>
            <a:off x="4377124" y="1715195"/>
            <a:ext cx="3437348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Identify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77124" y="2178050"/>
            <a:ext cx="343734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 the parties involved in the document.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19264" y="1264444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19264" y="1566664"/>
            <a:ext cx="3589843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14" name="Text 12"/>
          <p:cNvSpPr/>
          <p:nvPr/>
        </p:nvSpPr>
        <p:spPr>
          <a:xfrm>
            <a:off x="8119264" y="1715195"/>
            <a:ext cx="358984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Define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19264" y="2178050"/>
            <a:ext cx="35898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key terms and the effective date.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2588" y="3103463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2588" y="3405684"/>
            <a:ext cx="3589645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18" name="Text 16"/>
          <p:cNvSpPr/>
          <p:nvPr/>
        </p:nvSpPr>
        <p:spPr>
          <a:xfrm>
            <a:off x="482588" y="3554214"/>
            <a:ext cx="35897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2588" y="4017070"/>
            <a:ext cx="35897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Send the structured request through the application.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77124" y="3103463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77124" y="3405684"/>
            <a:ext cx="3437248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22" name="Text 20"/>
          <p:cNvSpPr/>
          <p:nvPr/>
        </p:nvSpPr>
        <p:spPr>
          <a:xfrm>
            <a:off x="4377124" y="3554214"/>
            <a:ext cx="3437348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Preview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77124" y="4017070"/>
            <a:ext cx="343734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Inspect the generated legal document.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19264" y="3103463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19264" y="3405684"/>
            <a:ext cx="3589843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264" y="3554214"/>
            <a:ext cx="358984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Edit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19264" y="4017070"/>
            <a:ext cx="35898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Adjust the content where needed.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2588" y="4942681"/>
            <a:ext cx="838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-34" kern="0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07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2588" y="5244902"/>
            <a:ext cx="11226519" cy="19050"/>
          </a:xfrm>
          <a:prstGeom prst="rect">
            <a:avLst/>
          </a:prstGeom>
          <a:solidFill>
            <a:srgbClr val="BC3F87"/>
          </a:solidFill>
          <a:ln/>
        </p:spPr>
      </p:sp>
      <p:sp>
        <p:nvSpPr>
          <p:cNvPr id="30" name="Text 28"/>
          <p:cNvSpPr/>
          <p:nvPr/>
        </p:nvSpPr>
        <p:spPr>
          <a:xfrm>
            <a:off x="482588" y="5393432"/>
            <a:ext cx="11226519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Download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2588" y="5856288"/>
            <a:ext cx="112265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Export the result as TXT, DOCX, or PDF.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5600"/>
            <a:ext cx="1173450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05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611684"/>
            <a:ext cx="11277318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Each layer has a focused responsibility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02544"/>
            <a:ext cx="11734506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architecture separates interaction, orchestration, generation, and document formatting.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666577"/>
            <a:ext cx="6773098" cy="38099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189" y="5603478"/>
            <a:ext cx="2705032" cy="797917"/>
          </a:xfrm>
          <a:prstGeom prst="roundRect">
            <a:avLst>
              <a:gd name="adj" fmla="val 11364"/>
            </a:avLst>
          </a:prstGeom>
          <a:solidFill>
            <a:srgbClr val="EFE7D8"/>
          </a:solidFill>
          <a:ln/>
        </p:spPr>
      </p:sp>
      <p:sp>
        <p:nvSpPr>
          <p:cNvPr id="7" name="Text 4"/>
          <p:cNvSpPr/>
          <p:nvPr/>
        </p:nvSpPr>
        <p:spPr>
          <a:xfrm>
            <a:off x="685783" y="5832078"/>
            <a:ext cx="2247844" cy="340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spc="-1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Frontend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Streamlit interface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4617" y="5603478"/>
            <a:ext cx="2705032" cy="797917"/>
          </a:xfrm>
          <a:prstGeom prst="roundRect">
            <a:avLst>
              <a:gd name="adj" fmla="val 11364"/>
            </a:avLst>
          </a:prstGeom>
          <a:solidFill>
            <a:srgbClr val="EFE7D8"/>
          </a:solidFill>
          <a:ln/>
        </p:spPr>
      </p:sp>
      <p:sp>
        <p:nvSpPr>
          <p:cNvPr id="9" name="Text 6"/>
          <p:cNvSpPr/>
          <p:nvPr/>
        </p:nvSpPr>
        <p:spPr>
          <a:xfrm>
            <a:off x="3543211" y="5832078"/>
            <a:ext cx="2247844" cy="340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spc="-1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Backend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FastAPI routes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046" y="5603478"/>
            <a:ext cx="2705032" cy="797917"/>
          </a:xfrm>
          <a:prstGeom prst="roundRect">
            <a:avLst>
              <a:gd name="adj" fmla="val 11364"/>
            </a:avLst>
          </a:prstGeom>
          <a:solidFill>
            <a:srgbClr val="EFE7D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640" y="5832078"/>
            <a:ext cx="2247844" cy="340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spc="-1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AI core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Gemini generator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29474" y="5603478"/>
            <a:ext cx="2705032" cy="797917"/>
          </a:xfrm>
          <a:prstGeom prst="roundRect">
            <a:avLst>
              <a:gd name="adj" fmla="val 11364"/>
            </a:avLst>
          </a:prstGeom>
          <a:solidFill>
            <a:srgbClr val="EFE7D8"/>
          </a:solidFill>
          <a:ln/>
        </p:spPr>
      </p:sp>
      <p:sp>
        <p:nvSpPr>
          <p:cNvPr id="13" name="Text 10"/>
          <p:cNvSpPr/>
          <p:nvPr/>
        </p:nvSpPr>
        <p:spPr>
          <a:xfrm>
            <a:off x="9258068" y="5832078"/>
            <a:ext cx="2247844" cy="340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spc="-1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Services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 formatter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55600"/>
            <a:ext cx="11709107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06 · 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88" y="611684"/>
            <a:ext cx="1122651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Implemented features, organized for a clear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2588" y="1302544"/>
            <a:ext cx="5460863" cy="1530052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414959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13" y="1531144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Document inputs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6813" y="1993999"/>
            <a:ext cx="42480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 type, parties, key terms, and effective date selection.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1302544"/>
            <a:ext cx="5460863" cy="1530052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414959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32469" y="1531144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generation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232469" y="1993999"/>
            <a:ext cx="42480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 a legal document through the Gemini API.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82588" y="3137297"/>
            <a:ext cx="5460863" cy="1530251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3249712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6813" y="3365897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Preview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466813" y="3828752"/>
            <a:ext cx="42480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See the generated result inside the application.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48244" y="3137297"/>
            <a:ext cx="5460863" cy="1530251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3249712"/>
            <a:ext cx="539736" cy="539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2469" y="3365897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Editable content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232469" y="3828752"/>
            <a:ext cx="42480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and modify the generated text before export.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82588" y="4972248"/>
            <a:ext cx="5460863" cy="1530152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5084663"/>
            <a:ext cx="539736" cy="539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6813" y="5200848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Three downloads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466813" y="5663704"/>
            <a:ext cx="44766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TXT, DOCX, and PDF output options.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248244" y="4972248"/>
            <a:ext cx="5460863" cy="1530152"/>
          </a:xfrm>
          <a:prstGeom prst="roundRect">
            <a:avLst>
              <a:gd name="adj" fmla="val 5926"/>
            </a:avLst>
          </a:prstGeom>
          <a:solidFill>
            <a:srgbClr val="EFE7D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5084663"/>
            <a:ext cx="539736" cy="539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32469" y="5200848"/>
            <a:ext cx="424804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Failure handling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7232469" y="5663704"/>
            <a:ext cx="424804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Handle temporary Gemini API failures within the application flow.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406400"/>
            <a:ext cx="11709107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07 ·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88" y="662484"/>
            <a:ext cx="1122651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Python-based stack, several focused tools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2588" y="1353344"/>
            <a:ext cx="1170910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project combines a web interface, API layer, AI service, document libraries, and development utilities.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2588" y="1807964"/>
            <a:ext cx="1233556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6" name="Text 4"/>
          <p:cNvSpPr/>
          <p:nvPr/>
        </p:nvSpPr>
        <p:spPr>
          <a:xfrm>
            <a:off x="612065" y="1872655"/>
            <a:ext cx="158418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LANGUAGE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2588" y="2233811"/>
            <a:ext cx="3513546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Python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2588" y="2696666"/>
            <a:ext cx="351354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 language across the project.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53322" y="1807964"/>
            <a:ext cx="1243081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10" name="Text 8"/>
          <p:cNvSpPr/>
          <p:nvPr/>
        </p:nvSpPr>
        <p:spPr>
          <a:xfrm>
            <a:off x="4582799" y="1872655"/>
            <a:ext cx="159371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53322" y="2233811"/>
            <a:ext cx="3284951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322" y="2696666"/>
            <a:ext cx="351354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Collect inputs and present results.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95462" y="1807964"/>
            <a:ext cx="1110131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14" name="Text 12"/>
          <p:cNvSpPr/>
          <p:nvPr/>
        </p:nvSpPr>
        <p:spPr>
          <a:xfrm>
            <a:off x="8324939" y="1872655"/>
            <a:ext cx="146076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95462" y="2233811"/>
            <a:ext cx="351364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FastAPI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95462" y="2696666"/>
            <a:ext cx="351364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Expose the application request layer.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2588" y="3758307"/>
            <a:ext cx="436849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18" name="Text 16"/>
          <p:cNvSpPr/>
          <p:nvPr/>
        </p:nvSpPr>
        <p:spPr>
          <a:xfrm>
            <a:off x="612065" y="3822998"/>
            <a:ext cx="78748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2588" y="4184154"/>
            <a:ext cx="3513546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Gemini API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2588" y="4647009"/>
            <a:ext cx="37421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 the legal document content.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53322" y="3758307"/>
            <a:ext cx="962795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22" name="Text 20"/>
          <p:cNvSpPr/>
          <p:nvPr/>
        </p:nvSpPr>
        <p:spPr>
          <a:xfrm>
            <a:off x="4582799" y="3822998"/>
            <a:ext cx="131342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53322" y="4184154"/>
            <a:ext cx="3284951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python-docx · FPDF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53322" y="4647009"/>
            <a:ext cx="351354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Produce DOCX and PDF files.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95462" y="3758307"/>
            <a:ext cx="1045938" cy="340122"/>
          </a:xfrm>
          <a:prstGeom prst="roundRect">
            <a:avLst>
              <a:gd name="adj" fmla="val 21328"/>
            </a:avLst>
          </a:prstGeom>
          <a:solidFill>
            <a:srgbClr val="F2D9E7"/>
          </a:solidFill>
          <a:ln/>
        </p:spPr>
      </p:sp>
      <p:sp>
        <p:nvSpPr>
          <p:cNvPr id="26" name="Text 24"/>
          <p:cNvSpPr/>
          <p:nvPr/>
        </p:nvSpPr>
        <p:spPr>
          <a:xfrm>
            <a:off x="8324939" y="3822998"/>
            <a:ext cx="139656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spc="82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95462" y="4184154"/>
            <a:ext cx="351364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dotenv · Pytest · VS Code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95462" y="4647009"/>
            <a:ext cx="351364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Configuration, testing, and development environment.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18378" y="1807964"/>
            <a:ext cx="12700" cy="172174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960518" y="1807964"/>
            <a:ext cx="12700" cy="172174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588" y="3523357"/>
            <a:ext cx="3742140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18378" y="3529707"/>
            <a:ext cx="12700" cy="172174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24728" y="3523357"/>
            <a:ext cx="3742140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60518" y="3529707"/>
            <a:ext cx="12700" cy="172174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66868" y="3523357"/>
            <a:ext cx="3742239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5600"/>
            <a:ext cx="11734506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08 · APPLICATION WORKFLOW &amp; OUTPUT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593923"/>
            <a:ext cx="11277318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From the application screen to three usable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237655"/>
            <a:ext cx="5486263" cy="4069457"/>
          </a:xfrm>
          <a:prstGeom prst="roundRect">
            <a:avLst>
              <a:gd name="adj" fmla="val 2111"/>
            </a:avLst>
          </a:prstGeom>
          <a:solidFill>
            <a:srgbClr val="EFE7D8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466255"/>
            <a:ext cx="525766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 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783" y="1741587"/>
            <a:ext cx="369382" cy="369391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279" y="1823938"/>
            <a:ext cx="82597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4" kern="0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9650" y="1804888"/>
            <a:ext cx="445520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Choose a type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59650" y="2182713"/>
            <a:ext cx="4455207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Employment Contract, Lease Agreement, or NDA.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783" y="2613918"/>
            <a:ext cx="369382" cy="369391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279" y="2696270"/>
            <a:ext cx="82597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4" kern="0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59650" y="2677220"/>
            <a:ext cx="445520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 terms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59650" y="3055045"/>
            <a:ext cx="4455207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Parties, key terms, and effective date.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783" y="3486249"/>
            <a:ext cx="369382" cy="369391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279" y="3568601"/>
            <a:ext cx="82597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4" kern="0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9650" y="3549551"/>
            <a:ext cx="445520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and review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59650" y="3927376"/>
            <a:ext cx="4455207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Preview the AI-generated document and edit it.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783" y="4358580"/>
            <a:ext cx="369382" cy="369391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279" y="4440932"/>
            <a:ext cx="825975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4" kern="0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9650" y="4421882"/>
            <a:ext cx="445520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Download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59650" y="4799707"/>
            <a:ext cx="4455207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 the required output format.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8244" y="1466255"/>
            <a:ext cx="548626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SCREENSHOT PLACEHOLDERS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8244" y="1741587"/>
            <a:ext cx="2666933" cy="1592263"/>
          </a:xfrm>
          <a:prstGeom prst="roundRect">
            <a:avLst>
              <a:gd name="adj" fmla="val 5395"/>
            </a:avLst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2237" y="2376289"/>
            <a:ext cx="2158946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[SCREENSHOT PLACEHOLDER]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 form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67573" y="1741587"/>
            <a:ext cx="2666933" cy="1592263"/>
          </a:xfrm>
          <a:prstGeom prst="roundRect">
            <a:avLst>
              <a:gd name="adj" fmla="val 5395"/>
            </a:avLst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1567" y="2376289"/>
            <a:ext cx="2158946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[SCREENSHOT PLACEHOLDER]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Generated preview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8244" y="3486249"/>
            <a:ext cx="5486263" cy="1592263"/>
          </a:xfrm>
          <a:prstGeom prst="roundRect">
            <a:avLst>
              <a:gd name="adj" fmla="val 5395"/>
            </a:avLst>
          </a:prstGeom>
          <a:noFill/>
          <a:ln w="25399">
            <a:solidFill>
              <a:srgbClr val="D5CD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2237" y="4120952"/>
            <a:ext cx="4978275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[SCREENSHOT PLACEHOLDER]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spc="-1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Download controls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189" y="5480943"/>
            <a:ext cx="3657509" cy="1405037"/>
          </a:xfrm>
          <a:prstGeom prst="rect">
            <a:avLst/>
          </a:prstGeom>
          <a:solidFill>
            <a:srgbClr val="071A35"/>
          </a:solidFill>
          <a:ln/>
        </p:spPr>
      </p:sp>
      <p:sp>
        <p:nvSpPr>
          <p:cNvPr id="30" name="Text 28"/>
          <p:cNvSpPr/>
          <p:nvPr/>
        </p:nvSpPr>
        <p:spPr>
          <a:xfrm>
            <a:off x="685783" y="5709543"/>
            <a:ext cx="342891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 01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783" y="5947866"/>
            <a:ext cx="320032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TXT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85783" y="6378575"/>
            <a:ext cx="3428914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Plain-text document.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67093" y="5480943"/>
            <a:ext cx="3657509" cy="1405037"/>
          </a:xfrm>
          <a:prstGeom prst="rect">
            <a:avLst/>
          </a:prstGeom>
          <a:solidFill>
            <a:srgbClr val="071A35"/>
          </a:solidFill>
          <a:ln/>
        </p:spPr>
      </p:sp>
      <p:sp>
        <p:nvSpPr>
          <p:cNvPr id="34" name="Text 32"/>
          <p:cNvSpPr/>
          <p:nvPr/>
        </p:nvSpPr>
        <p:spPr>
          <a:xfrm>
            <a:off x="4495688" y="5709543"/>
            <a:ext cx="342891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 02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95688" y="5947866"/>
            <a:ext cx="320032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DOCX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4495688" y="6378575"/>
            <a:ext cx="3428914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Editable Word document.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76998" y="5480943"/>
            <a:ext cx="3657509" cy="1405037"/>
          </a:xfrm>
          <a:prstGeom prst="rect">
            <a:avLst/>
          </a:prstGeom>
          <a:solidFill>
            <a:srgbClr val="071A35"/>
          </a:solidFill>
          <a:ln/>
        </p:spPr>
      </p:sp>
      <p:sp>
        <p:nvSpPr>
          <p:cNvPr id="38" name="Text 36"/>
          <p:cNvSpPr/>
          <p:nvPr/>
        </p:nvSpPr>
        <p:spPr>
          <a:xfrm>
            <a:off x="8305592" y="5709543"/>
            <a:ext cx="342891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spc="63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 03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05592" y="5947866"/>
            <a:ext cx="320032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PDF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305592" y="6378575"/>
            <a:ext cx="3428914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spc="-3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Portable document format.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78" y="685800"/>
            <a:ext cx="11074123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09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3578" y="941884"/>
            <a:ext cx="10464538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LegalEase turns a repeated task into a guided application flow.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863578" y="3802559"/>
            <a:ext cx="2616135" cy="38100"/>
          </a:xfrm>
          <a:prstGeom prst="roundRect">
            <a:avLst>
              <a:gd name="adj" fmla="val 49999"/>
            </a:avLst>
          </a:prstGeom>
          <a:solidFill>
            <a:srgbClr val="E282B7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4088309"/>
            <a:ext cx="1046453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spc="-34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project demonstrates how Streamlit, FastAPI, Gemini AI/API, and document formatters can work together to create, review, edit, and export legal documents.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578" y="4721126"/>
            <a:ext cx="33357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More templates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04121" y="4721126"/>
            <a:ext cx="3183354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92267" y="4721126"/>
            <a:ext cx="33357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Document history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3578" y="5378946"/>
            <a:ext cx="33357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Cloud storage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04121" y="5378946"/>
            <a:ext cx="3183354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Advanced formatting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92267" y="5378946"/>
            <a:ext cx="33357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34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AI-assisted editing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3578" y="5925641"/>
            <a:ext cx="11074123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spc="-11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Future enhancements for the next version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2026-09-25T03:53:36Z</dcterms:created>
  <dcterms:modified xsi:type="dcterms:W3CDTF">2026-09-25T03:53:36Z</dcterms:modified>
</cp:coreProperties>
</file>